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Technology Trends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The Future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Generative AI and Large Language Models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Multimodal AI Systems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AI Agents and Autonomous Systems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Edge AI and On-Device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4A5568"/>
                </a:solidFill>
              </a:defRPr>
            </a:pPr>
            <a:r>
              <a:t>• AI is becoming more accessible</a:t>
            </a:r>
          </a:p>
          <a:p>
            <a:pPr>
              <a:spcAft>
                <a:spcPts val="1600"/>
              </a:spcAft>
              <a:defRPr sz="2200">
                <a:solidFill>
                  <a:srgbClr val="4A5568"/>
                </a:solidFill>
              </a:defRPr>
            </a:pPr>
            <a:r>
              <a:t>• Multimodal capabilities are expanding</a:t>
            </a:r>
          </a:p>
          <a:p>
            <a:pPr>
              <a:spcAft>
                <a:spcPts val="1600"/>
              </a:spcAft>
              <a:defRPr sz="2200">
                <a:solidFill>
                  <a:srgbClr val="4A5568"/>
                </a:solidFill>
              </a:defRPr>
            </a:pPr>
            <a:r>
              <a:t>• Agent systems are gaining 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