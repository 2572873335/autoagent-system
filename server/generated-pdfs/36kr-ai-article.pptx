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AI大模型时代：如何抓住新质生产力机遇？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36氪深度分析报告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时代背景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AI大模型技术突破引发新一轮生产力革命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新质生产力成为国家战略层面的重要概念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传统产业面临数字化转型压力与机遇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新质生产力三大特征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技术驱动：以AI、大数据、云计算等前沿技术为核心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创新引领：强调原创性、颠覆性技术创新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高质量增长：追求效率提升和可持续发展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关键机遇领域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智能制造：AI赋能工业自动化、质量控制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智慧服务：个性化推荐、智能客服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科研创新：AI辅助药物研发、材料科学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数字经济：数据要素价值化、平台经济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实施路径建议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技术融合：AI与传统产业深度融合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人才培养：复合型AI人才体系建设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生态构建：产学研用协同创新生态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政策支持：鼓励创新的制度环境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行业应用案例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制造业：某汽车企业AI优化生产，效率提升30%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金融业：智能风控系统降低坏账率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医疗健康：AI辅助诊断提高准确率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挑战与对策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数据安全与隐私保护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技术伦理与监管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传统企业转型阻力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解决方案：建立标准体系、加强伦理规范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预计2025年AI对全球经济增长贡献达15万亿美元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中国AI核心产业规模预计超过4000亿元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新质生产力相关领域投资年增长率超过25%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未来发展趋势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AI大模型向多模态、专业化方向发展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新质生产力将重塑全球竞争格局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中国在应用场景和市场规模方面具有优势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问答环节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